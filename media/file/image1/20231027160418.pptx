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AB3F-E2E2-485F-8F79-A74E2142D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2380" y="261730"/>
            <a:ext cx="7720978" cy="1126283"/>
          </a:xfrm>
        </p:spPr>
        <p:txBody>
          <a:bodyPr/>
          <a:lstStyle/>
          <a:p>
            <a:r>
              <a:rPr lang="en-US" b="1" u="sng" dirty="0"/>
              <a:t>CLOUD COMPUTING</a:t>
            </a:r>
            <a:endParaRPr lang="en-IN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89BB1-0EF5-45B1-AC52-3D454F105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169" y="1934817"/>
            <a:ext cx="8915399" cy="318052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0A9E5-0221-4B05-B23B-B1106A7C3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4" y="1934817"/>
            <a:ext cx="10190921" cy="4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0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D765-B798-48F3-A48A-1DDC9CD0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173" y="307838"/>
            <a:ext cx="5950227" cy="689113"/>
          </a:xfrm>
        </p:spPr>
        <p:txBody>
          <a:bodyPr>
            <a:noAutofit/>
          </a:bodyPr>
          <a:lstStyle/>
          <a:p>
            <a:r>
              <a:rPr lang="en-US" sz="3600" b="1" u="sng" dirty="0"/>
              <a:t>What is cloud computing</a:t>
            </a:r>
            <a:endParaRPr lang="en-IN" sz="3600" b="1" u="s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36DB15-3C0D-4BA0-8BED-20C449338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6923" y="1487535"/>
            <a:ext cx="5513388" cy="404027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B96FF-10FC-4853-A8EC-389C79959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812" y="1598613"/>
            <a:ext cx="5181599" cy="4262436"/>
          </a:xfrm>
        </p:spPr>
        <p:txBody>
          <a:bodyPr/>
          <a:lstStyle/>
          <a:p>
            <a:r>
              <a:rPr lang="en-US" sz="2000" dirty="0"/>
              <a:t>Cloud computing is a technology that allows you to access and use computer resources (like servers, storage, databases, software, and more) over the internet, typically from a service provider, rather than owning and managing these resources locally. This enables users to easily scale their IT infrastructure, store data, and run applications without the need for extensive on-premises hardware and maintenance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86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0140-F3D3-4B0C-8CB3-65BAB336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14529"/>
            <a:ext cx="9332644" cy="1280890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b="1" u="sng" dirty="0"/>
              <a:t>Working Models</a:t>
            </a:r>
            <a:endParaRPr lang="en-IN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8D8A7-F0B7-4DC0-B464-3E7FA4A00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0155" y="1695916"/>
            <a:ext cx="4342893" cy="576262"/>
          </a:xfrm>
        </p:spPr>
        <p:txBody>
          <a:bodyPr/>
          <a:lstStyle/>
          <a:p>
            <a:r>
              <a:rPr lang="en-US" b="1" u="sng" dirty="0"/>
              <a:t>Deployment Model</a:t>
            </a:r>
            <a:endParaRPr lang="en-IN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A0B8C-FAAF-484C-BE28-3C5A77839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40155" y="2545738"/>
            <a:ext cx="4342893" cy="3354060"/>
          </a:xfrm>
        </p:spPr>
        <p:txBody>
          <a:bodyPr/>
          <a:lstStyle/>
          <a:p>
            <a:r>
              <a:rPr lang="en-US" dirty="0"/>
              <a:t>Public Cloud</a:t>
            </a:r>
          </a:p>
          <a:p>
            <a:r>
              <a:rPr lang="en-US" dirty="0"/>
              <a:t>Private Cloud</a:t>
            </a:r>
          </a:p>
          <a:p>
            <a:r>
              <a:rPr lang="en-US" dirty="0"/>
              <a:t>Hybrid Cloud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FA236-86A9-497D-A7BE-1567FF07A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8003" y="1695916"/>
            <a:ext cx="4234797" cy="576262"/>
          </a:xfrm>
        </p:spPr>
        <p:txBody>
          <a:bodyPr/>
          <a:lstStyle/>
          <a:p>
            <a:r>
              <a:rPr lang="en-US" b="1" u="sng" dirty="0"/>
              <a:t>Service Model</a:t>
            </a:r>
            <a:endParaRPr lang="en-IN" b="1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C7871-B6AA-4115-86FA-AC403D0A3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38003" y="2545738"/>
            <a:ext cx="4338674" cy="3354060"/>
          </a:xfrm>
        </p:spPr>
        <p:txBody>
          <a:bodyPr/>
          <a:lstStyle/>
          <a:p>
            <a:r>
              <a:rPr lang="en-US" dirty="0"/>
              <a:t>Infrastructure as service (IaaS)</a:t>
            </a:r>
          </a:p>
          <a:p>
            <a:r>
              <a:rPr lang="en-US" dirty="0"/>
              <a:t>Platform as Service(PaaS)</a:t>
            </a:r>
          </a:p>
          <a:p>
            <a:r>
              <a:rPr lang="en-US" dirty="0"/>
              <a:t>Software as Service(SaaS)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09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D07F-0437-4B86-98E4-23A8BFEB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069" y="213293"/>
            <a:ext cx="8911687" cy="1280890"/>
          </a:xfrm>
        </p:spPr>
        <p:txBody>
          <a:bodyPr/>
          <a:lstStyle/>
          <a:p>
            <a:r>
              <a:rPr lang="en-US" b="1" u="sng" dirty="0"/>
              <a:t>Deployment Models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78BD9-A908-4ADE-911C-FAA706C39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382" y="1304081"/>
            <a:ext cx="11131825" cy="5340626"/>
          </a:xfrm>
        </p:spPr>
      </p:pic>
    </p:spTree>
    <p:extLst>
      <p:ext uri="{BB962C8B-B14F-4D97-AF65-F5344CB8AC3E}">
        <p14:creationId xmlns:p14="http://schemas.microsoft.com/office/powerpoint/2010/main" val="266136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E852-36DA-4E57-A15E-1326170A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51" y="306333"/>
            <a:ext cx="8911687" cy="1280890"/>
          </a:xfrm>
        </p:spPr>
        <p:txBody>
          <a:bodyPr/>
          <a:lstStyle/>
          <a:p>
            <a:r>
              <a:rPr lang="en-US" dirty="0"/>
              <a:t>Examples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2C4660-0D4C-4124-B581-E27D62F6C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176" y="1516552"/>
            <a:ext cx="10270435" cy="4947470"/>
          </a:xfrm>
        </p:spPr>
      </p:pic>
    </p:spTree>
    <p:extLst>
      <p:ext uri="{BB962C8B-B14F-4D97-AF65-F5344CB8AC3E}">
        <p14:creationId xmlns:p14="http://schemas.microsoft.com/office/powerpoint/2010/main" val="210098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469C-DC7F-4532-94DA-10461D2D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r>
              <a:rPr lang="en-US" dirty="0"/>
              <a:t>                </a:t>
            </a:r>
            <a:r>
              <a:rPr lang="en-US" b="1" u="sng" dirty="0"/>
              <a:t>Service Model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0EF3F-ECD6-450D-AFAB-78CBD0D47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331" y="1697037"/>
            <a:ext cx="11098238" cy="4854629"/>
          </a:xfrm>
        </p:spPr>
      </p:pic>
    </p:spTree>
    <p:extLst>
      <p:ext uri="{BB962C8B-B14F-4D97-AF65-F5344CB8AC3E}">
        <p14:creationId xmlns:p14="http://schemas.microsoft.com/office/powerpoint/2010/main" val="16634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21F8-74C2-4C1D-B79B-0AF38B92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3131"/>
            <a:ext cx="8911687" cy="841512"/>
          </a:xfrm>
        </p:spPr>
        <p:txBody>
          <a:bodyPr/>
          <a:lstStyle/>
          <a:p>
            <a:r>
              <a:rPr lang="en-US" b="1" u="sng" dirty="0"/>
              <a:t>Advantages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AA2BE-2216-4EDA-A260-6AB82A75C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191" y="1510748"/>
            <a:ext cx="10217426" cy="5075582"/>
          </a:xfrm>
        </p:spPr>
      </p:pic>
    </p:spTree>
    <p:extLst>
      <p:ext uri="{BB962C8B-B14F-4D97-AF65-F5344CB8AC3E}">
        <p14:creationId xmlns:p14="http://schemas.microsoft.com/office/powerpoint/2010/main" val="38351315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113</TotalTime>
  <Words>116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CLOUD COMPUTING</vt:lpstr>
      <vt:lpstr>What is cloud computing</vt:lpstr>
      <vt:lpstr>                      Working Models</vt:lpstr>
      <vt:lpstr>Deployment Models</vt:lpstr>
      <vt:lpstr>Examples</vt:lpstr>
      <vt:lpstr>                Service Model</vt:lpstr>
      <vt:lpstr>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Pravin Mende</dc:creator>
  <cp:lastModifiedBy>Pravin Mende</cp:lastModifiedBy>
  <cp:revision>10</cp:revision>
  <dcterms:created xsi:type="dcterms:W3CDTF">2023-10-07T17:03:07Z</dcterms:created>
  <dcterms:modified xsi:type="dcterms:W3CDTF">2023-10-07T19:00:39Z</dcterms:modified>
</cp:coreProperties>
</file>